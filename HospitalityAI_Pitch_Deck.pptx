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18288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A3A6B">
                    <a:alpha val="15000"/>
                  </a:srgbClr>
                </a:solidFill>
              </a:rPr>
              <a:t>AI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</a:rPr>
              <a:t>HOSPITALITY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Automation
</a:t>
            </a:r>
            <a:endParaRPr lang="en-US" sz="4400" dirty="0"/>
          </a:p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</a:rPr>
              <a:t>for Hotels, Restaurants &amp; Riads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9B0"/>
                </a:solidFill>
              </a:rPr>
              <a:t>Sell more. Serve better. Run smarter. — Powered by AI.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9B0"/>
                </a:solidFill>
              </a:rPr>
              <a:t>contact@hospitalityai.ma  |  +212 6XX XXX XXX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PROBLEM / LE PROBLÈME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</a:rPr>
              <a:t>Hospitality businesses are losing money every day.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574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Guest inquiries go unanswered at night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9B0"/>
                </a:solidFill>
              </a:rPr>
              <a:t>Les demandes restent sans réponse la nuit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5204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Staff waste hours on repetitive tasks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9B0"/>
                </a:solidFill>
              </a:rPr>
              <a:t>Le personnel perd des heures sur des tâches répétitives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0574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7784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Bad reviews go unmanaged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9B0"/>
                </a:solidFill>
              </a:rPr>
              <a:t>Les mauvais avis ne sont pas gérés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3832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5204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577840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Bookings are lost to slow response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9B0"/>
                </a:solidFill>
              </a:rPr>
              <a:t>Des réservations sont perdues faute de réponse rapide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OUR SOLUTION / NOTRE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One AI platform. All your hospitality needs.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9B0"/>
                </a:solidFill>
              </a:rPr>
              <a:t>Une seule plateforme IA. Tous vos besoins en hôtellerie.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011680"/>
            <a:ext cx="1920240" cy="2743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011680"/>
            <a:ext cx="19202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Concierge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9B0"/>
                </a:solidFill>
              </a:rPr>
              <a:t>24/7 guest chatbot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1920240" cy="2743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2011680"/>
            <a:ext cx="1920240" cy="91440"/>
          </a:xfrm>
          <a:prstGeom prst="rect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9EE8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6032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Staff Ops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9B0"/>
                </a:solidFill>
              </a:rPr>
              <a:t>Auto task management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011680"/>
            <a:ext cx="1920240" cy="2743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011680"/>
            <a:ext cx="1920240" cy="91440"/>
          </a:xfrm>
          <a:prstGeom prst="rect">
            <a:avLst/>
          </a:prstGeom>
          <a:solidFill>
            <a:srgbClr val="5EC98B"/>
          </a:solidFill>
          <a:ln w="12700">
            <a:solidFill>
              <a:srgbClr val="5EC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EC98B"/>
                </a:solidFill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0916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Reviews 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9B0"/>
                </a:solidFill>
              </a:rPr>
              <a:t>Auto-respond &amp; monitor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0" y="2011680"/>
            <a:ext cx="1920240" cy="2743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2011680"/>
            <a:ext cx="1920240" cy="91440"/>
          </a:xfrm>
          <a:prstGeom prst="rect">
            <a:avLst/>
          </a:prstGeom>
          <a:solidFill>
            <a:srgbClr val="E87B4A"/>
          </a:solidFill>
          <a:ln w="12700">
            <a:solidFill>
              <a:srgbClr val="E87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B4A"/>
                </a:solidFill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58000" y="2880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Payments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9B0"/>
                </a:solidFill>
              </a:rPr>
              <a:t>Auto invoicing &amp; alerts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</a:rPr>
              <a:t>MODULE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Guest Concierge — Conciergerie IA 24/7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Features / Fonctionnalités 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A"/>
                </a:solidFill>
              </a:rPr>
              <a:t>✅  24/7 AI chatbot on WhatsApp, Website, Email &amp; SMS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075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A"/>
                </a:solidFill>
              </a:rPr>
              <a:t>✅  Handles bookings, FAQs &amp; complaints automatically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5511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A"/>
                </a:solidFill>
              </a:rPr>
              <a:t>✅  Responds in Arabic, French, English &amp; Spanish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30266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A"/>
                </a:solidFill>
              </a:rPr>
              <a:t>✅  Detects guest intent &amp; extracts booking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5021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A"/>
                </a:solidFill>
              </a:rPr>
              <a:t>✅  Escalates to human agent when needed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D3A"/>
                </a:solidFill>
              </a:rPr>
              <a:t>✅  Logs every conversation to Google Sheets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097280"/>
            <a:ext cx="3108960" cy="36576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1097280"/>
            <a:ext cx="310896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</a:rPr>
              <a:t>STARTER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B0"/>
                </a:solidFill>
              </a:rPr>
              <a:t>Module 1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2,500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557784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4C"/>
                </a:solidFill>
              </a:rPr>
              <a:t>MAD /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9B0"/>
                </a:solidFill>
              </a:rPr>
              <a:t>+ Setup: 3,000 MAD (one-time)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9B0"/>
                </a:solidFill>
              </a:rPr>
              <a:t>≈ $250 USD/month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4114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0"/>
                </a:solidFill>
              </a:rPr>
              <a:t>WhatsApp · Web · Email · SMS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PRICING / TARIFS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43000"/>
            <a:ext cx="178308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Most Popular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</a:rPr>
              <a:t>STARTER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D3A"/>
                </a:solidFill>
              </a:rPr>
              <a:t>2,500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B0"/>
                </a:solidFill>
              </a:rPr>
              <a:t>MAD / month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9B0"/>
                </a:solidFill>
              </a:rPr>
              <a:t>Module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9B0"/>
                </a:solidFill>
              </a:rPr>
              <a:t>Setup: 3,000–8,000 MAD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A84C"/>
                </a:solidFill>
              </a:rPr>
              <a:t>≈ $250 USD/month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4315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9B0"/>
                </a:solidFill>
              </a:rPr>
              <a:t>(one-time setup fee)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606040" cy="3840480"/>
          </a:xfrm>
          <a:prstGeom prst="rect">
            <a:avLst/>
          </a:prstGeom>
          <a:solidFill>
            <a:srgbClr val="0B1D3A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2606040" cy="91440"/>
          </a:xfrm>
          <a:prstGeom prst="rect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143000"/>
            <a:ext cx="1783080" cy="320040"/>
          </a:xfrm>
          <a:prstGeom prst="rect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Best Value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0" y="1572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4A9EE8"/>
                </a:solidFill>
              </a:rPr>
              <a:t>GROWTH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19933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4,000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20040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B0"/>
                </a:solidFill>
              </a:rPr>
              <a:t>MAD / month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Modules 1 + 3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9B0"/>
                </a:solidFill>
              </a:rPr>
              <a:t>Setup: 3,000–8,000 MAD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9EE8"/>
                </a:solidFill>
              </a:rPr>
              <a:t>≈ $400 USD/month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0" y="4315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9B0"/>
                </a:solidFill>
              </a:rPr>
              <a:t>(one-time setup fee)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2606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005840"/>
            <a:ext cx="2606040" cy="91440"/>
          </a:xfrm>
          <a:prstGeom prst="rect">
            <a:avLst/>
          </a:prstGeom>
          <a:solidFill>
            <a:srgbClr val="5EC98B"/>
          </a:solidFill>
          <a:ln w="12700">
            <a:solidFill>
              <a:srgbClr val="5EC9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1143000"/>
            <a:ext cx="1783080" cy="320040"/>
          </a:xfrm>
          <a:prstGeom prst="rect">
            <a:avLst/>
          </a:prstGeom>
          <a:solidFill>
            <a:srgbClr val="5EC98B"/>
          </a:solidFill>
          <a:ln w="12700">
            <a:solidFill>
              <a:srgbClr val="5EC9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161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All-In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35040" y="15727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C98B"/>
                </a:solidFill>
              </a:rPr>
              <a:t>FULL SUITE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19933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D3A"/>
                </a:solidFill>
              </a:rPr>
              <a:t>7,500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603504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B0"/>
                </a:solidFill>
              </a:rPr>
              <a:t>MAD / month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9B0"/>
                </a:solidFill>
              </a:rPr>
              <a:t>All 4 Modules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9B0"/>
                </a:solidFill>
              </a:rPr>
              <a:t>Setup: 3,000–8,000 MAD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EC98B"/>
                </a:solidFill>
              </a:rPr>
              <a:t>≈ $750 USD/month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35040" y="4315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9B0"/>
                </a:solidFill>
              </a:rPr>
              <a:t>(one-time setup fee)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WHO IS THIS FOR? / POUR QUI?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Every hospitality business in Morocco and beyond.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51760" cy="1508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20756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Hotels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441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0"/>
                </a:solidFill>
              </a:rPr>
              <a:t>3★ to 5★ · All sizes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1508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🍽️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20756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Restaurants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441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0"/>
                </a:solidFill>
              </a:rPr>
              <a:t>Fine dining &amp; casual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651760" cy="1508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20756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Riads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441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0"/>
                </a:solidFill>
              </a:rPr>
              <a:t>Fez, Marrakech &amp; more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2651760" cy="1508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🏖️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11480" y="3767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Resorts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1330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0"/>
                </a:solidFill>
              </a:rPr>
              <a:t>Beachfront &amp; spa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108960"/>
            <a:ext cx="2651760" cy="1508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🛎️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91840" y="3767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Guesthouses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1330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0"/>
                </a:solidFill>
              </a:rPr>
              <a:t>B&amp;Bs and boutique Dars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108960"/>
            <a:ext cx="2651760" cy="15087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🎪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37673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Event Venues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41330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9B0"/>
                </a:solidFill>
              </a:rPr>
              <a:t>Weddings &amp; conferences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READY TO TRANSFORM
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</a:rPr>
              <a:t>YOUR BUSINESS?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99B0"/>
                </a:solidFill>
              </a:rPr>
              <a:t>Prêt à transformer votre établissement?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2194560" cy="1234440"/>
          </a:xfrm>
          <a:prstGeom prst="rect">
            <a:avLst/>
          </a:prstGeom>
          <a:solidFill>
            <a:srgbClr val="1A3A6B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334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📱  WhatsApp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+212 6XX XXX XXX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2514600"/>
            <a:ext cx="2194560" cy="1234440"/>
          </a:xfrm>
          <a:prstGeom prst="rect">
            <a:avLst/>
          </a:prstGeom>
          <a:solidFill>
            <a:srgbClr val="1A3A6B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6334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📧  Email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contact@hospitalityai.ma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514600"/>
            <a:ext cx="2194560" cy="1234440"/>
          </a:xfrm>
          <a:prstGeom prst="rect">
            <a:avLst/>
          </a:prstGeom>
          <a:solidFill>
            <a:srgbClr val="1A3A6B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6334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🌐  Website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www.hospitalityai.ma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Book a FREE 30-min demo — Réservez une démo GRATUITE de 30 minutes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9B0"/>
                </a:solidFill>
              </a:rPr>
              <a:t>We set everything up for you. You focus on your guests.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HospitalityAI — AI Automation for Hotels &amp; Restaurants</dc:title>
  <dc:subject>PptxGenJS Presentation</dc:subject>
  <dc:creator>PptxGenJS</dc:creator>
  <cp:lastModifiedBy>PptxGenJS</cp:lastModifiedBy>
  <cp:revision>1</cp:revision>
  <dcterms:created xsi:type="dcterms:W3CDTF">2026-04-06T23:13:52Z</dcterms:created>
  <dcterms:modified xsi:type="dcterms:W3CDTF">2026-04-06T23:13:52Z</dcterms:modified>
</cp:coreProperties>
</file>